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日本語の見出し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MFR unoserver conversion test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